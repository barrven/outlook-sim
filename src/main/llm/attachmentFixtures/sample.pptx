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503EB3-9726-4E58-A759-D36E9DA58F1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F6F056B-C9B3-423F-B95F-4744523E2BB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360000" y="360000"/>
            <a:ext cx="7200000" cy="14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MARKER_PPTX_CONTENT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